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dia/tarde. Somos o Grupo [N], e vamos apresentar nosso simulador de escalonamento de processos, com foco no algoritmo próprio que desenvolvemos: Prioridade Dinâmica com Estimativa de Rajada e Envelhecimento. Apresentação de 10-12 minutos, todos participam.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FCFS é justo mas ignora prioridade e tamanho de rajada. Prioridade estática é eficiente mas pode deixar processos de baixa prioridade esperando indefinidamente -- inanição. Round Robin é justo por construção, mas paga caro em trocas de contexto se o quantum não casar com o tamanho das rajadas. Nossa pergunta: dá para pegar a eficiência da Prioridade sem herdar sua inanição?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Construímos um simulador de eventos discretos em C -- sem depender de rand()/srand() da libc, PRNG próprio para garantir que a mesma seed sempre gera a mesma carga em qualquer máquina. Pipeline completo: seed -&gt; geração de carga -&gt; simulação -&gt; métricas por seed -&gt; agregação estatística com IC95% -&gt; gráficos e artigo. Escala: 1000 processos por execução, 1000 seeds por cenário -- 10x o mínimo exigido, porque o pipeline roda ~45 mil execuções em poucos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processo é uma sequência de rajadas CPU-&gt;E/S-&gt;CPU-&gt;...-&gt;CPU; a última rajada nunca tem E/S depois, é quando o processo termina. Prioridade: menor número = maior prioridade. E/S com fila FIFO por dispositivo. Troca de contexto conta em toda mudança de processo, inclusive ociosa-&gt;executando, com custo configurável (&gt;0 nos experimentos principais). Chegadas exponenciais, não tudo em t=0, para simular fila realista.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algoritmos clássicos usam exatamente a mesma modelagem de E/S e troca de contexto -- isso é importante para a comparação ser justa. FCFS: fila FIFO simples. Round Robin: quantum configurável, padrão 4. Prioridade: não preemptiva, sempre escolhe o menor valor de prioridade disponível.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do projeto. A prioridade efetiva combina três coisas: a prioridade estática do processo, um termo de envelhecimento que reduz o valor (favorece) quanto mais tempo o processo espera, e a rajada de CPU estimada via média móvel exponencial. Importante: a estimativa usa SÓ rajadas já concluídas do próprio processo -- nunca informação futura. Não preemptivo, igual à Prioridade clássica, para isolar o efeito dos dois novos mecanismos.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Testamos k1 em 0,5 / 0,05 / 0,005 nos 4 cenários com 1000 seeds cada. k1=0,5 é forte demais: o envelhecimento domina a fórmula quase imediatamente frente às esperas observadas (centenas de unidades de tempo), e o algoritmo vira essencialmente um FCFS. k1=0,005 é fraco demais, aproxima da Prioridade pura. k1=0,05 ficou no meio: ainda diferencia por prioridade sem inanição extrema. Esse processo de calibração está documentado por completo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cenários obrigatórios cobrindo perfis bem diferentes de carga. 1000 processos por execução, 1000 seeds por cenário -- mesmas seeds para todos os algoritmos, para comparação justa. Custo de troca de contexto sempre &gt;0 nos experimentos principais. Métricas: turnaround médio, trocas de contexto, índice de Jain do slowdown, e uma métrica extra que criamos: turnaround por classe de prioridade -- é essa última que revela o achado mais interessante.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Escalas em log nos painéis (a) e (b) porque o Round Robin fica uma ordem de grandeza acima dos outros três em turnaround e trocas de contexto, em quase todos os cenários. Entre os outros três, FCFS e algoritmo próprio ficam próximos, com a Prioridade tendo o menor turnaround mas a pior justiça (painel c). Vamos entender por que o RR se comporta assim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cenário CPU-bound as rajadas são longas, média 25 unidades de tempo. Com quantum=4, cada rajada é fatiada em ~6 pedaços, cada um exigindo uma troca de contexto -- sob carga alta isso quase satura a CPU só com overhead de troca. Aumentando o quantum para 20, mais perto do tamanho da rajada, o turnaround cai quase 9 vezes e as trocas de contexto caem 4 vezes. Confirma que o problema é a relação quantum/rajada, não uma falha do Round Robin em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resultado mais importante do projeto. Quebramos o turnaround por classe de prioridade no cenário desbalanceado. FCFS trata processos de prioridade alta e baixa de forma praticamente idêntica -- razão 1,00x, porque literalmente ignora prioridade. A Prioridade estática discrimina muito forte -- 6,47x, processos de baixa prioridade terminam 6 vezes mais devagar. Nosso algoritmo fica no meio -- 1,87x: usa a prioridade de forma visível, mas o envelhecimento evita a quase-inanição. O turnaround da classe baixa prioridade no nosso algoritmo é quase metade do da Prioridade pura.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Sermos honestos: na média agregada (todos os processos juntos, não só por classe), nosso algoritmo NÃO supera o FCFS -- turnaround fica estatisticamente igual, e a justiça agregada fica um pouco abaixo. Por quê? Entre os algoritmos NÃO PREEMPTIVOS (FCFS, Prioridade, nosso algoritmo), o FCFS ordena estritamente por tempo de espera, e isso já maximiza a simetria entre eles -- exatamente o que o índice de Jain premia. IMPORTANTE: isso não vale para todos os 4 algoritmos -- o Round Robin, sendo preemptivo, tem justiça AINDA MAIOR que o FCFS em todos os cenários (71,6% vs 43,1% no equilibrado), porque intercalar execução entre todo mundo reduz a variância de slowdown por construção. Voltando à comparação relevante (algoritmo próprio vs FCFS, ambos não preemptivos): qualquer desvio da ordem pura, buscando eficiência, reintroduz assimetria dentro dessa família. O valor real do nosso algoritmo está no slide anterior: ele usa prioridade de forma visível sem a discriminação severa da Prioridade pura.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Resumindo: confirmamos experimentalmente o efeito clássico de quantum pequeno com rajadas longas no Round Robin. Nosso algoritmo próprio entrega um ponto de equilíbrio real entre FCFS e Prioridade -- um resultado que só ficou visível porque medimos por classe de prioridade. E documentamos honestamente uma limitação estrutural: com essa fórmula aditiva linear simples, não existe k1 que vença o FCFS nas duas métricas ao mesmo tempo. Trabalho futuro: envelhecimento não-linear e uma variante preemptiva.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Abrimos para perguntas -- todo o código, dados brutos e consolidados, documentação de modelagem e o artigo completo estão no repositório GitHub do projeto, com instruções de build e reprodução no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3291840" cy="3291840"/>
          </a:xfrm>
          <a:prstGeom prst="ellipse">
            <a:avLst/>
          </a:prstGeom>
          <a:solidFill>
            <a:srgbClr val="2731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— PROJETO DA UNIDADE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Escalonamento de Processos com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 Dinâmica por Envelhecimento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Estimativa de Rajada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Ângelo  ·  Jetro  ·  Luiz  ·  Dorian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Engenharia de Software — Universidade Federal do Cariri (UFCA)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Escalonadores clássicos otimizam um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às custas de outro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36425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502920" cy="109728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834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Justo, mas cego a prioridade e a duração de rajada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06240" y="2331720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36425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651760"/>
            <a:ext cx="502920" cy="109728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834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 estática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338328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Eficiente, mas pode deixar processos de baixa prioridade esperando indefinidamente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0" y="2331720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36425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2651760"/>
            <a:ext cx="502920" cy="109728"/>
          </a:xfrm>
          <a:prstGeom prst="rect">
            <a:avLst/>
          </a:prstGeom>
          <a:solidFill>
            <a:srgbClr val="DD8452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2834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092440" y="338328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 por construção, mas caro em trocas de contexto se o quantum não casar com a rajada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do projeto: dá para aproximar a eficiência da Prioridade sem herdar sua inanição?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CONSTRUÍMOS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Simulador de escalonamento por eventos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discretos, em C, ponta a ponta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5168" y="27432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168" y="27432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55368" y="2724912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11400" y="27432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1400" y="27432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1600" y="2724912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67632" y="27432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632" y="27432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67832" y="2724912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3864" y="27432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3864" y="27432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24064" y="2724912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80096" y="27432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0096" y="27432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seeds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80296" y="2724912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36328" y="27432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6328" y="27432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+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3748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23748" y="5212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66948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466948" y="5212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obrigatórios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0148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210148" y="5212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/ execução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53348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8953348" y="5212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/ cenário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DO SISTEMA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= sequência de rajadas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e E/S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46708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546708" y="2286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64028" y="22402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66948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466948" y="2286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84268" y="22402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87188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387188" y="2286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04508" y="22402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07428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07428" y="2286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24748" y="22402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227668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227668" y="2286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rajada nunca é seguida de E/S — o processo termina ali.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9664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de prioridade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44398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valor numérico = maior prioridade (estilo nice do Unix)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69664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114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44398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com fila FIFO própria; atribuição ao de menor carga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58384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contexto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63270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em toda mudança de processo, inclusive ociosa→executando; custo &gt; 0 nos experimentos principais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5358384"/>
            <a:ext cx="54864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Chegadas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563270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exponenciais (não tudo em t=0) — fila realista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CLÁSSICOS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baselines, mesma modelagem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E/S e troca de contexto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5400000">
              <a:srgbClr val="36425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FIFO pela ordem de entrada na fila de prontos (chegada ou retorno de E/S).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5400000">
              <a:srgbClr val="36425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606040"/>
            <a:ext cx="457200" cy="457200"/>
          </a:xfrm>
          <a:prstGeom prst="ellipse">
            <a:avLst/>
          </a:prstGeom>
          <a:solidFill>
            <a:srgbClr val="DD8452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70332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circular + quantum configurável (padrão 4). Quem estoura o quantum volta ao final da fila.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22860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5400000">
              <a:srgbClr val="36425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2606040"/>
            <a:ext cx="457200" cy="45720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3703320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preemptivo. Sempre escolhe o menor valor de prioridade pronto; desempate por chegada.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PRÓPRIO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 Dinâmica com Estimativa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Rajada e Envelhecimento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prioridade_efetiva(p,t) = prioridade(p)  −  k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·espera(p,t)  +  k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·rajada_estimada(p)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estática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 na chegada do processo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4434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Envelhecimento (k₁)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48006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espera na fila de prontos desde que ficou pronto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4434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Rajada estimada (k₂)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38160" y="48006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móvel exponencial de rajadas JÁ CONCLUÍDAS do próprio processo — nunca a rajada atual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preemptivo · menor prioridade_efetiva vence · nunca usa duração real da rajada em curso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Calibrando k₁: nem forte demais, nem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fraco demais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3063240"/>
            <a:ext cx="9784080" cy="0"/>
          </a:xfrm>
          <a:prstGeom prst="line">
            <a:avLst/>
          </a:prstGeom>
          <a:noFill/>
          <a:ln w="25400">
            <a:solidFill>
              <a:srgbClr val="C7C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2980944"/>
            <a:ext cx="164592" cy="164592"/>
          </a:xfrm>
          <a:prstGeom prst="ellipse">
            <a:avLst/>
          </a:prstGeom>
          <a:solidFill>
            <a:srgbClr val="4C72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8328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 = 0,5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FCFS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4343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a fórmula quase de imediato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07024" y="2980944"/>
            <a:ext cx="164592" cy="164592"/>
          </a:xfrm>
          <a:prstGeom prst="ellipse">
            <a:avLst/>
          </a:prstGeom>
          <a:solidFill>
            <a:srgbClr val="C44E5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338328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28575">
            <a:solidFill>
              <a:srgbClr val="C44E52"/>
            </a:solidFill>
            <a:prstDash val="solid"/>
          </a:ln>
          <a:effectLst>
            <a:outerShdw sx="100000" sy="100000" kx="0" ky="0" algn="bl" rotWithShape="0" blurRad="114300" dist="38100" dir="5400000">
              <a:srgbClr val="36425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 = 0,05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4343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diferencia por prioridade, sem inanição extrema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56064" y="2980944"/>
            <a:ext cx="164592" cy="164592"/>
          </a:xfrm>
          <a:prstGeom prst="ellipse">
            <a:avLst/>
          </a:prstGeom>
          <a:solidFill>
            <a:srgbClr val="55A8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38328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 = 0,005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Prioridade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49640" y="4343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influencia a decisão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k₂ (peso da rajada estimada) é bem menos sensível: turnaround varia só de 274,6 a 277,6 ao longo de k₂ ∈ [0,1; 3,0]. Mantido em 0,3.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estatístico: 10× o mínimo exigido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23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curtos/longos, pouca/muita E/S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423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rajadas curtas, muita E/S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423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rajadas longas, pouca E/S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22860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423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3017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alta / 15% baixa prioridade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748" y="4160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23748" y="4892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/ execução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66948" y="4160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66948" y="4892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/ cenário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0148" y="4160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mil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0148" y="4892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execuções totais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53348" y="41605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953348" y="4892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confiança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turnaround médio · trocas de contexto · índice de Jain do slowdown · turnaround por classe de prioridade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geral: RR se destaca (para pior) 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turnaround e trocas de contexto</a:t>
            </a:r>
            <a:endParaRPr lang="en-US" sz="3000" dirty="0"/>
          </a:p>
        </p:txBody>
      </p:sp>
      <p:pic>
        <p:nvPicPr>
          <p:cNvPr id="4" name="Image 0" descr="C:\Users\agafy\OneDrive\Documentos\ChatGPT\Projeto SO\report\figuras\fig_main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11155680" cy="40049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± IC95%, 1000 seeds/cenário, 1000 processos/execução, custo de troca de contexto = 1. Escalas (a) e (b) em log.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RR: o problema é quantum pequeno frente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rajadas longas, não o algoritmo em si</a:t>
            </a:r>
            <a:endParaRPr lang="en-US" sz="3000" dirty="0"/>
          </a:p>
        </p:txBody>
      </p:sp>
      <p:pic>
        <p:nvPicPr>
          <p:cNvPr id="4" name="Image 0" descr="C:\Users\agafy\OneDrive\Documentos\ChatGPT\Projeto SO\report\figuras\fig_quantum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1965960"/>
            <a:ext cx="7772400" cy="390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CPU-bound, quantum=4 (principal) vs. quantum=20 (complementar): turnaround cai quase 9×, trocas de contexto ~4×.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ACHADO CENTRAL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próprio usa prioridade sem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reproduzir inanição severa</a:t>
            </a:r>
            <a:endParaRPr lang="en-US" sz="3000" dirty="0"/>
          </a:p>
        </p:txBody>
      </p:sp>
      <p:pic>
        <p:nvPicPr>
          <p:cNvPr id="4" name="Image 0" descr="C:\Users\agafy\OneDrive\Documentos\ChatGPT\Projeto SO\report\figuras\fig_priority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783080"/>
            <a:ext cx="7406640" cy="45796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algoritmo próprio não supera 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na média agregada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algoritmos NÃO PREEMPTIVOS, o FCFS maximiza a simetria — exatamente o que o índice de Jain premia. (O Round Robin, preemptivo, é ainda mais justo: 71,6% vs. 43,1%.)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não preemptivos, qualquer desvio dessa ordenação pura — para perseguir eficiência via prioridade ou rajada estimada — reintroduz alguma assimetria.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54864" cy="1188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00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perdemos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51663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 agregada abaixo do FCFS (ex.: 37,9% vs. 43,1% no cenário equilibrado)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4846320"/>
            <a:ext cx="54864" cy="1188720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4800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ganhamos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51663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real por prioridade (1,87×) sem a quase-inanição da Prioridade pura (6,47×)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deste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317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Confirmamos experimentalmente um resultado clássico: RR com quantum pequeno frente a rajadas longas satura em trocas de contexto sob carga alta.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4290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próprio entrega um ponto de equilíbrio real entre FCFS e Prioridade na dimensão “quanto a prioridade importa” — visível só porque medimos por classe de prioridade, não só a média geral.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5262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fórmula aditiva linear, não existe k₁ que supere o FCFS em turnaround E justiça ao mesmo tempo — uma limitação estrutural, não só de calibração.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futuro: envelhecimento não-linear (dispensa recalibrar k₁) e uma variante preemptiva do algoritmo próprio.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 — código, dados brutos/consolidados, docs de modelagem e o artigo completo estão no repositório do projeto.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Ângelo  ·  Jetro  ·  Luiz  ·  Dorian  —  UFCA, Engenharia de Software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2026-08-20T02:56:03Z</dcterms:created>
  <dcterms:modified xsi:type="dcterms:W3CDTF">2026-08-20T02:56:03Z</dcterms:modified>
</cp:coreProperties>
</file>